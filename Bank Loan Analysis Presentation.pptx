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8" r:id="rId4"/>
    <p:sldId id="269" r:id="rId5"/>
    <p:sldId id="266" r:id="rId6"/>
    <p:sldId id="270" r:id="rId7"/>
    <p:sldId id="271" r:id="rId8"/>
    <p:sldId id="261" r:id="rId9"/>
    <p:sldId id="262" r:id="rId10"/>
    <p:sldId id="263" r:id="rId11"/>
    <p:sldId id="264" r:id="rId12"/>
    <p:sldId id="256" r:id="rId13"/>
    <p:sldId id="257" r:id="rId14"/>
    <p:sldId id="258" r:id="rId15"/>
    <p:sldId id="259" r:id="rId16"/>
    <p:sldId id="273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6" y="2194695"/>
            <a:ext cx="2617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89" y="443446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3503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360081" y="626229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5B863F-2D23-1982-6452-A10D5D91A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73" y="904745"/>
            <a:ext cx="9650253" cy="543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581BAF-400B-6A23-B8F9-8E58B3312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46" y="871268"/>
            <a:ext cx="10006453" cy="561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750FFD-46F6-ADBD-CA8B-1DE0930A2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296" y="930146"/>
            <a:ext cx="9943407" cy="553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USED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SQL SERVER: 19.0</a:t>
            </a: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SQL SERVER MANAGEMENT STUDIO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– 19.0.20209.0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JUNE 2023 Version </a:t>
            </a: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5CC599-5A0C-DE63-BC05-F265AC518226}"/>
              </a:ext>
            </a:extLst>
          </p:cNvPr>
          <p:cNvSpPr txBox="1"/>
          <p:nvPr/>
        </p:nvSpPr>
        <p:spPr>
          <a:xfrm>
            <a:off x="3144329" y="1928306"/>
            <a:ext cx="546483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64CE9A-8721-344C-FEBF-54D55F0C1238}"/>
              </a:ext>
            </a:extLst>
          </p:cNvPr>
          <p:cNvSpPr txBox="1"/>
          <p:nvPr/>
        </p:nvSpPr>
        <p:spPr>
          <a:xfrm>
            <a:off x="7203056" y="4975230"/>
            <a:ext cx="3683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>
                    <a:lumMod val="65000"/>
                  </a:schemeClr>
                </a:solidFill>
                <a:latin typeface="Algerian" panose="04020705040A02060702" pitchFamily="82" charset="0"/>
              </a:rPr>
              <a:t>~ Prathamesh Kadam</a:t>
            </a:r>
          </a:p>
        </p:txBody>
      </p:sp>
    </p:spTree>
    <p:extLst>
      <p:ext uri="{BB962C8B-B14F-4D97-AF65-F5344CB8AC3E}">
        <p14:creationId xmlns:p14="http://schemas.microsoft.com/office/powerpoint/2010/main" val="16417818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796</Words>
  <Application>Microsoft Office PowerPoint</Application>
  <PresentationFormat>Widescreen</PresentationFormat>
  <Paragraphs>114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Algerian</vt:lpstr>
      <vt:lpstr>Arial</vt:lpstr>
      <vt:lpstr>Calibri</vt:lpstr>
      <vt:lpstr>Calibri Light</vt:lpstr>
      <vt:lpstr>Century Gothic</vt:lpstr>
      <vt:lpstr>Lato Black</vt:lpstr>
      <vt:lpstr>Rockwell Extra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kadamprathamesh1494@gmail.com</cp:lastModifiedBy>
  <cp:revision>13</cp:revision>
  <dcterms:created xsi:type="dcterms:W3CDTF">2023-10-07T01:44:58Z</dcterms:created>
  <dcterms:modified xsi:type="dcterms:W3CDTF">2026-06-24T21:13:01Z</dcterms:modified>
</cp:coreProperties>
</file>